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21" r:id="rId5"/>
    <p:sldId id="312" r:id="rId6"/>
    <p:sldId id="314" r:id="rId7"/>
    <p:sldId id="315" r:id="rId8"/>
    <p:sldId id="317" r:id="rId9"/>
    <p:sldId id="318" r:id="rId10"/>
    <p:sldId id="319" r:id="rId11"/>
    <p:sldId id="320" r:id="rId12"/>
    <p:sldId id="297" r:id="rId13"/>
    <p:sldId id="322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35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7C490-0482-F213-1036-38B436654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3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870" y="745695"/>
            <a:ext cx="10078428" cy="1314163"/>
          </a:xfrm>
        </p:spPr>
        <p:txBody>
          <a:bodyPr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IaaS, PaaS, and SaaS for an Educational Institution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836C1-EE04-9C37-829A-E43C5A394584}"/>
              </a:ext>
            </a:extLst>
          </p:cNvPr>
          <p:cNvSpPr txBox="1"/>
          <p:nvPr/>
        </p:nvSpPr>
        <p:spPr>
          <a:xfrm>
            <a:off x="1848464" y="5091810"/>
            <a:ext cx="4031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M. Sandeep(192525095)</a:t>
            </a:r>
          </a:p>
          <a:p>
            <a:r>
              <a:rPr lang="en-US" dirty="0">
                <a:solidFill>
                  <a:schemeClr val="bg2"/>
                </a:solidFill>
              </a:rPr>
              <a:t>M. Jaya Kirshna(192524500)</a:t>
            </a:r>
          </a:p>
          <a:p>
            <a:r>
              <a:rPr lang="en-US" dirty="0">
                <a:solidFill>
                  <a:schemeClr val="bg2"/>
                </a:solidFill>
              </a:rPr>
              <a:t>G.</a:t>
            </a:r>
            <a:r>
              <a:rPr lang="en-IN" dirty="0">
                <a:solidFill>
                  <a:schemeClr val="bg2"/>
                </a:solidFill>
              </a:rPr>
              <a:t> Venkata Niranjan Reddy(192525199)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FF866-DAEA-D818-D127-C4E3A93B67EA}"/>
              </a:ext>
            </a:extLst>
          </p:cNvPr>
          <p:cNvSpPr txBox="1"/>
          <p:nvPr/>
        </p:nvSpPr>
        <p:spPr>
          <a:xfrm>
            <a:off x="7797566" y="5230310"/>
            <a:ext cx="3057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Guided by</a:t>
            </a:r>
          </a:p>
          <a:p>
            <a:r>
              <a:rPr lang="en-IN" dirty="0">
                <a:solidFill>
                  <a:schemeClr val="bg2"/>
                </a:solidFill>
              </a:rPr>
              <a:t>RAJARAM PICHAMUTHU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EE5E3-C1BD-F603-EF47-598C338FCD50}"/>
              </a:ext>
            </a:extLst>
          </p:cNvPr>
          <p:cNvSpPr txBox="1"/>
          <p:nvPr/>
        </p:nvSpPr>
        <p:spPr>
          <a:xfrm>
            <a:off x="2585884" y="2861187"/>
            <a:ext cx="58645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C221-E834-0E1F-CF7A-C2B81AA1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EDB5F-F245-8EA0-F5E3-03A2E1A8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computing resources over the internet.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need for institutions to maintain physical IT infrastructure.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can use cloud services for teaching, learning, and administration.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major service models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IaaS, PaaS, and SaaS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6E30C-5854-F6D9-0039-08758033E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51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222-BCD4-BBF7-5836-CE8905A6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IaaS – Infrastructure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1160-BD2D-55CB-EF5B-CFE9F74A4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provides virtualized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servers, storage, and networking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institution manages the operating system and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offers high flexibility and control over infrastructure. Resources can be increased or decreased based on demand. 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EC2, Microsoft Azure Virtual Machines, Google Compute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578E-8AD9-B931-9CF9-C29F7E5B0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5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8A2B-FF2F-62A9-D35A-ED2317D3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PaaS – Platform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91A8-D38A-47EC-2C3F-BD8F12880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provides a ready-made platform for application development.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do not need to manage physical servers.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development tools, databases, and runtime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faster development and deployment of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Engine, Microsoft Azure App Service, Heroku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30DE2-2B6D-767D-C6B2-ABCFC77B4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2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E764-EEAD-E477-E8AD-60ABD61C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SaaS – Software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BDCF-60B7-0830-0A12-85A0EB54A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provides ready-to-use software through the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do not need to install or maintain the software. The cloud provider manages the application and infrastructure.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accessed from computers, tablets, and smartphones.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Workspace, Microsoft 365, Zoom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66924-E0FB-7AE4-66B9-7671FC91A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3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90AF-C927-B1ED-AFEE-AE555E6D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IaaS, PaaS, and SaaS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8BAE13A-0707-6015-5CA0-4E91847DF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122738"/>
              </p:ext>
            </p:extLst>
          </p:nvPr>
        </p:nvGraphicFramePr>
        <p:xfrm>
          <a:off x="914400" y="2835275"/>
          <a:ext cx="6583364" cy="3576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45841">
                  <a:extLst>
                    <a:ext uri="{9D8B030D-6E8A-4147-A177-3AD203B41FA5}">
                      <a16:colId xmlns:a16="http://schemas.microsoft.com/office/drawing/2014/main" val="3377700999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2549336774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997621504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122845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159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Ready-to-use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4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11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Provider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71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Educational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Developing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 learning &amp; collaboration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17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EC2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App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Workspace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61045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C82A2-D547-DD14-1A50-72A22088C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81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6359-E75F-82F7-9D06-73086F47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1595"/>
            <a:ext cx="6583680" cy="153135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82A52-017C-BC53-BA79-5D9C7812F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18563"/>
            <a:ext cx="8318090" cy="320734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institutions needing high infrastructure control.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developing and deploying custom educational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ideal for everyday services such as email, online classes, and collaboration.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all three models can meet different institutional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computing 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scalability, flexibility, accessibility, and cost efficiency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09C3E-BBB7-9FAD-1212-DBEA1DFDC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3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8603225" cy="2727709"/>
          </a:xfrm>
        </p:spPr>
        <p:txBody>
          <a:bodyPr/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b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061F-2D09-ACCC-8911-39AB1202B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388B2-77CA-7C7C-32E3-24510DC69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pic>
        <p:nvPicPr>
          <p:cNvPr id="7" name="WhatsApp Video 2026-07-25 at 10.13.38 AM">
            <a:hlinkClick r:id="" action="ppaction://media"/>
            <a:extLst>
              <a:ext uri="{FF2B5EF4-FFF2-40B4-BE49-F238E27FC236}">
                <a16:creationId xmlns:a16="http://schemas.microsoft.com/office/drawing/2014/main" id="{1884C084-C0DF-E8AA-CBD5-1B0E4E4A57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61233" y="0"/>
            <a:ext cx="6358855" cy="668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{EB5F4448-B9F6-4B04-BFF4-68DAF684D995}TF8a9b5915-b8c7-461e-8cdd-693d48b5e32371f7b7e2_win32-4bf0b9a2ea37</Template>
  <TotalTime>134</TotalTime>
  <Words>394</Words>
  <Application>Microsoft Office PowerPoint</Application>
  <PresentationFormat>Widescreen</PresentationFormat>
  <Paragraphs>66</Paragraphs>
  <Slides>10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Times New Roman</vt:lpstr>
      <vt:lpstr>Custom</vt:lpstr>
      <vt:lpstr>PowerPoint Presentation</vt:lpstr>
      <vt:lpstr>title: Comparative Analysis of IaaS, PaaS, and SaaS for an Educational Institution </vt:lpstr>
      <vt:lpstr>Introduction to Cloud Computing</vt:lpstr>
      <vt:lpstr>IaaS – Infrastructure as a Service</vt:lpstr>
      <vt:lpstr>PaaS – Platform as a Service</vt:lpstr>
      <vt:lpstr>SaaS – Software as a Service</vt:lpstr>
      <vt:lpstr>Comparison of IaaS, PaaS, and SaaS</vt:lpstr>
      <vt:lpstr>Conclusion</vt:lpstr>
      <vt:lpstr>Thank 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Sandeep Manukondu</dc:creator>
  <cp:lastModifiedBy>eswar reddy vuyyuru</cp:lastModifiedBy>
  <cp:revision>4</cp:revision>
  <dcterms:created xsi:type="dcterms:W3CDTF">2026-07-22T16:35:18Z</dcterms:created>
  <dcterms:modified xsi:type="dcterms:W3CDTF">2026-07-28T03:56:18Z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